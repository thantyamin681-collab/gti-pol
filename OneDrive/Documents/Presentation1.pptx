
<file path=[Content_Types].xml><?xml version="1.0" encoding="utf-8"?>
<Types xmlns="http://schemas.openxmlformats.org/package/2006/content-types">
  <Default Extension="gif" ContentType="image/gi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>
        <p:scale>
          <a:sx n="40" d="100"/>
          <a:sy n="40" d="100"/>
        </p:scale>
        <p:origin x="100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 jae Jeon" userId="a1457b7d8d895bc6" providerId="LiveId" clId="{4D68C09A-9999-4CAE-ACAC-B058627FE835}"/>
    <pc:docChg chg="undo redo custSel addSld modSld">
      <pc:chgData name="Al jae Jeon" userId="a1457b7d8d895bc6" providerId="LiveId" clId="{4D68C09A-9999-4CAE-ACAC-B058627FE835}" dt="2026-03-11T16:38:50.657" v="960" actId="1076"/>
      <pc:docMkLst>
        <pc:docMk/>
      </pc:docMkLst>
      <pc:sldChg chg="modSp mod">
        <pc:chgData name="Al jae Jeon" userId="a1457b7d8d895bc6" providerId="LiveId" clId="{4D68C09A-9999-4CAE-ACAC-B058627FE835}" dt="2026-03-11T15:25:03.657" v="918" actId="14100"/>
        <pc:sldMkLst>
          <pc:docMk/>
          <pc:sldMk cId="4021231026" sldId="256"/>
        </pc:sldMkLst>
        <pc:picChg chg="mod">
          <ac:chgData name="Al jae Jeon" userId="a1457b7d8d895bc6" providerId="LiveId" clId="{4D68C09A-9999-4CAE-ACAC-B058627FE835}" dt="2026-03-11T15:25:03.657" v="918" actId="14100"/>
          <ac:picMkLst>
            <pc:docMk/>
            <pc:sldMk cId="4021231026" sldId="256"/>
            <ac:picMk id="10" creationId="{5C76D436-1F44-449D-825C-1DF2250B85C3}"/>
          </ac:picMkLst>
        </pc:picChg>
      </pc:sldChg>
      <pc:sldChg chg="addSp delSp modSp mod modTransition setBg">
        <pc:chgData name="Al jae Jeon" userId="a1457b7d8d895bc6" providerId="LiveId" clId="{4D68C09A-9999-4CAE-ACAC-B058627FE835}" dt="2026-03-11T16:32:46.406" v="959" actId="1076"/>
        <pc:sldMkLst>
          <pc:docMk/>
          <pc:sldMk cId="4239806034" sldId="257"/>
        </pc:sldMkLst>
        <pc:spChg chg="add del mod">
          <ac:chgData name="Al jae Jeon" userId="a1457b7d8d895bc6" providerId="LiveId" clId="{4D68C09A-9999-4CAE-ACAC-B058627FE835}" dt="2026-03-11T16:32:46.406" v="959" actId="1076"/>
          <ac:spMkLst>
            <pc:docMk/>
            <pc:sldMk cId="4239806034" sldId="257"/>
            <ac:spMk id="2" creationId="{FA73EF7D-66E4-4C5B-9F6A-32B5F7A6F4D3}"/>
          </ac:spMkLst>
        </pc:spChg>
        <pc:spChg chg="del mod">
          <ac:chgData name="Al jae Jeon" userId="a1457b7d8d895bc6" providerId="LiveId" clId="{4D68C09A-9999-4CAE-ACAC-B058627FE835}" dt="2026-03-11T14:06:31.592" v="90" actId="478"/>
          <ac:spMkLst>
            <pc:docMk/>
            <pc:sldMk cId="4239806034" sldId="257"/>
            <ac:spMk id="3" creationId="{0F86B965-0D83-47BE-9F5F-DD98575D7590}"/>
          </ac:spMkLst>
        </pc:spChg>
        <pc:spChg chg="add del mod">
          <ac:chgData name="Al jae Jeon" userId="a1457b7d8d895bc6" providerId="LiveId" clId="{4D68C09A-9999-4CAE-ACAC-B058627FE835}" dt="2026-03-11T14:23:37.714" v="463" actId="14861"/>
          <ac:spMkLst>
            <pc:docMk/>
            <pc:sldMk cId="4239806034" sldId="257"/>
            <ac:spMk id="4" creationId="{785DCDE5-3095-41E8-BF68-FBF088B92348}"/>
          </ac:spMkLst>
        </pc:spChg>
        <pc:spChg chg="add del mod">
          <ac:chgData name="Al jae Jeon" userId="a1457b7d8d895bc6" providerId="LiveId" clId="{4D68C09A-9999-4CAE-ACAC-B058627FE835}" dt="2026-03-11T14:23:51.872" v="464" actId="14861"/>
          <ac:spMkLst>
            <pc:docMk/>
            <pc:sldMk cId="4239806034" sldId="257"/>
            <ac:spMk id="5" creationId="{C14B76AF-228C-433C-84EF-0C8577963454}"/>
          </ac:spMkLst>
        </pc:spChg>
        <pc:spChg chg="add del mod">
          <ac:chgData name="Al jae Jeon" userId="a1457b7d8d895bc6" providerId="LiveId" clId="{4D68C09A-9999-4CAE-ACAC-B058627FE835}" dt="2026-03-11T14:23:21.670" v="462" actId="14861"/>
          <ac:spMkLst>
            <pc:docMk/>
            <pc:sldMk cId="4239806034" sldId="257"/>
            <ac:spMk id="6" creationId="{304F8595-783B-4987-8666-F04AC96D45CA}"/>
          </ac:spMkLst>
        </pc:spChg>
        <pc:spChg chg="add del mod">
          <ac:chgData name="Al jae Jeon" userId="a1457b7d8d895bc6" providerId="LiveId" clId="{4D68C09A-9999-4CAE-ACAC-B058627FE835}" dt="2026-03-11T14:13:11.394" v="166" actId="14100"/>
          <ac:spMkLst>
            <pc:docMk/>
            <pc:sldMk cId="4239806034" sldId="257"/>
            <ac:spMk id="7" creationId="{9E40A685-80DD-4895-AB65-48D6E8664A08}"/>
          </ac:spMkLst>
        </pc:spChg>
        <pc:spChg chg="add del mod">
          <ac:chgData name="Al jae Jeon" userId="a1457b7d8d895bc6" providerId="LiveId" clId="{4D68C09A-9999-4CAE-ACAC-B058627FE835}" dt="2026-03-11T14:24:05.587" v="466" actId="14861"/>
          <ac:spMkLst>
            <pc:docMk/>
            <pc:sldMk cId="4239806034" sldId="257"/>
            <ac:spMk id="8" creationId="{7D277F66-8060-4A28-B2C1-9A1D027FA435}"/>
          </ac:spMkLst>
        </pc:spChg>
        <pc:spChg chg="add del mod">
          <ac:chgData name="Al jae Jeon" userId="a1457b7d8d895bc6" providerId="LiveId" clId="{4D68C09A-9999-4CAE-ACAC-B058627FE835}" dt="2026-03-11T16:32:42.409" v="958" actId="1076"/>
          <ac:spMkLst>
            <pc:docMk/>
            <pc:sldMk cId="4239806034" sldId="257"/>
            <ac:spMk id="9" creationId="{A340ABA8-A013-4161-8F9E-4C01F73D8AFA}"/>
          </ac:spMkLst>
        </pc:spChg>
        <pc:spChg chg="add del mod">
          <ac:chgData name="Al jae Jeon" userId="a1457b7d8d895bc6" providerId="LiveId" clId="{4D68C09A-9999-4CAE-ACAC-B058627FE835}" dt="2026-03-11T14:13:11.394" v="166" actId="14100"/>
          <ac:spMkLst>
            <pc:docMk/>
            <pc:sldMk cId="4239806034" sldId="257"/>
            <ac:spMk id="10" creationId="{F20B48BF-A0EE-4054-94D2-0DC16447467F}"/>
          </ac:spMkLst>
        </pc:spChg>
        <pc:spChg chg="add del mod">
          <ac:chgData name="Al jae Jeon" userId="a1457b7d8d895bc6" providerId="LiveId" clId="{4D68C09A-9999-4CAE-ACAC-B058627FE835}" dt="2026-03-11T14:10:24.565" v="154" actId="478"/>
          <ac:spMkLst>
            <pc:docMk/>
            <pc:sldMk cId="4239806034" sldId="257"/>
            <ac:spMk id="12" creationId="{68D30C14-4511-4A8A-AB98-0F49A700BA9A}"/>
          </ac:spMkLst>
        </pc:spChg>
        <pc:spChg chg="add del mod">
          <ac:chgData name="Al jae Jeon" userId="a1457b7d8d895bc6" providerId="LiveId" clId="{4D68C09A-9999-4CAE-ACAC-B058627FE835}" dt="2026-03-11T14:13:05.014" v="164" actId="767"/>
          <ac:spMkLst>
            <pc:docMk/>
            <pc:sldMk cId="4239806034" sldId="257"/>
            <ac:spMk id="13" creationId="{D22569F7-0319-419C-8924-3B2C30920D75}"/>
          </ac:spMkLst>
        </pc:spChg>
        <pc:spChg chg="add mod">
          <ac:chgData name="Al jae Jeon" userId="a1457b7d8d895bc6" providerId="LiveId" clId="{4D68C09A-9999-4CAE-ACAC-B058627FE835}" dt="2026-03-11T14:22:53.671" v="460" actId="14861"/>
          <ac:spMkLst>
            <pc:docMk/>
            <pc:sldMk cId="4239806034" sldId="257"/>
            <ac:spMk id="14" creationId="{CFE5F06C-093D-4F54-802E-68B1F62C117F}"/>
          </ac:spMkLst>
        </pc:spChg>
        <pc:spChg chg="add mod">
          <ac:chgData name="Al jae Jeon" userId="a1457b7d8d895bc6" providerId="LiveId" clId="{4D68C09A-9999-4CAE-ACAC-B058627FE835}" dt="2026-03-11T14:21:46.367" v="456" actId="207"/>
          <ac:spMkLst>
            <pc:docMk/>
            <pc:sldMk cId="4239806034" sldId="257"/>
            <ac:spMk id="15" creationId="{1519E2A1-088A-470E-A476-8BC8A1F7FAD9}"/>
          </ac:spMkLst>
        </pc:spChg>
        <pc:spChg chg="add mod">
          <ac:chgData name="Al jae Jeon" userId="a1457b7d8d895bc6" providerId="LiveId" clId="{4D68C09A-9999-4CAE-ACAC-B058627FE835}" dt="2026-03-11T14:21:54.810" v="457" actId="207"/>
          <ac:spMkLst>
            <pc:docMk/>
            <pc:sldMk cId="4239806034" sldId="257"/>
            <ac:spMk id="16" creationId="{61BCB1B5-92E1-48EA-BE91-2C179C99E08C}"/>
          </ac:spMkLst>
        </pc:spChg>
        <pc:spChg chg="add mod">
          <ac:chgData name="Al jae Jeon" userId="a1457b7d8d895bc6" providerId="LiveId" clId="{4D68C09A-9999-4CAE-ACAC-B058627FE835}" dt="2026-03-11T14:21:24.161" v="452" actId="207"/>
          <ac:spMkLst>
            <pc:docMk/>
            <pc:sldMk cId="4239806034" sldId="257"/>
            <ac:spMk id="17" creationId="{D51BD311-AA6A-49BC-BBC5-22BF1FD8E2B4}"/>
          </ac:spMkLst>
        </pc:spChg>
        <pc:spChg chg="add del mod">
          <ac:chgData name="Al jae Jeon" userId="a1457b7d8d895bc6" providerId="LiveId" clId="{4D68C09A-9999-4CAE-ACAC-B058627FE835}" dt="2026-03-11T14:17:59.100" v="384"/>
          <ac:spMkLst>
            <pc:docMk/>
            <pc:sldMk cId="4239806034" sldId="257"/>
            <ac:spMk id="18" creationId="{51354339-DA47-4020-BC15-2F616408885C}"/>
          </ac:spMkLst>
        </pc:spChg>
        <pc:spChg chg="add mod">
          <ac:chgData name="Al jae Jeon" userId="a1457b7d8d895bc6" providerId="LiveId" clId="{4D68C09A-9999-4CAE-ACAC-B058627FE835}" dt="2026-03-11T14:24:09.311" v="467" actId="14861"/>
          <ac:spMkLst>
            <pc:docMk/>
            <pc:sldMk cId="4239806034" sldId="257"/>
            <ac:spMk id="19" creationId="{73EEFAB2-A6D4-4DEA-AC45-7CC8ED28818D}"/>
          </ac:spMkLst>
        </pc:spChg>
        <pc:cxnChg chg="add mod">
          <ac:chgData name="Al jae Jeon" userId="a1457b7d8d895bc6" providerId="LiveId" clId="{4D68C09A-9999-4CAE-ACAC-B058627FE835}" dt="2026-03-11T14:24:50.475" v="469" actId="1076"/>
          <ac:cxnSpMkLst>
            <pc:docMk/>
            <pc:sldMk cId="4239806034" sldId="257"/>
            <ac:cxnSpMk id="21" creationId="{AF861F90-BEE2-440E-B39A-0F2D03FB8148}"/>
          </ac:cxnSpMkLst>
        </pc:cxnChg>
      </pc:sldChg>
      <pc:sldChg chg="addSp delSp modSp new mod modTransition">
        <pc:chgData name="Al jae Jeon" userId="a1457b7d8d895bc6" providerId="LiveId" clId="{4D68C09A-9999-4CAE-ACAC-B058627FE835}" dt="2026-03-11T16:38:50.657" v="960" actId="1076"/>
        <pc:sldMkLst>
          <pc:docMk/>
          <pc:sldMk cId="3630596469" sldId="258"/>
        </pc:sldMkLst>
        <pc:spChg chg="del">
          <ac:chgData name="Al jae Jeon" userId="a1457b7d8d895bc6" providerId="LiveId" clId="{4D68C09A-9999-4CAE-ACAC-B058627FE835}" dt="2026-03-11T14:28:28.205" v="569" actId="478"/>
          <ac:spMkLst>
            <pc:docMk/>
            <pc:sldMk cId="3630596469" sldId="258"/>
            <ac:spMk id="2" creationId="{7EF4C31D-044E-4CAE-A28D-CFF7BFD49D2F}"/>
          </ac:spMkLst>
        </pc:spChg>
        <pc:spChg chg="del">
          <ac:chgData name="Al jae Jeon" userId="a1457b7d8d895bc6" providerId="LiveId" clId="{4D68C09A-9999-4CAE-ACAC-B058627FE835}" dt="2026-03-11T14:28:32.030" v="570" actId="478"/>
          <ac:spMkLst>
            <pc:docMk/>
            <pc:sldMk cId="3630596469" sldId="258"/>
            <ac:spMk id="3" creationId="{FE5EE333-8A7D-4B95-9C52-141FDCBC4652}"/>
          </ac:spMkLst>
        </pc:spChg>
        <pc:spChg chg="add mod">
          <ac:chgData name="Al jae Jeon" userId="a1457b7d8d895bc6" providerId="LiveId" clId="{4D68C09A-9999-4CAE-ACAC-B058627FE835}" dt="2026-03-11T14:42:48.406" v="649" actId="255"/>
          <ac:spMkLst>
            <pc:docMk/>
            <pc:sldMk cId="3630596469" sldId="258"/>
            <ac:spMk id="4" creationId="{C9F48423-9FEB-4E66-B438-ABD52DCC117B}"/>
          </ac:spMkLst>
        </pc:spChg>
        <pc:spChg chg="add del mod">
          <ac:chgData name="Al jae Jeon" userId="a1457b7d8d895bc6" providerId="LiveId" clId="{4D68C09A-9999-4CAE-ACAC-B058627FE835}" dt="2026-03-11T14:37:56.384" v="632" actId="478"/>
          <ac:spMkLst>
            <pc:docMk/>
            <pc:sldMk cId="3630596469" sldId="258"/>
            <ac:spMk id="5" creationId="{246BB04A-57AF-4064-AA1E-BAE90A00F7FE}"/>
          </ac:spMkLst>
        </pc:spChg>
        <pc:picChg chg="add mod">
          <ac:chgData name="Al jae Jeon" userId="a1457b7d8d895bc6" providerId="LiveId" clId="{4D68C09A-9999-4CAE-ACAC-B058627FE835}" dt="2026-03-11T16:38:50.657" v="960" actId="1076"/>
          <ac:picMkLst>
            <pc:docMk/>
            <pc:sldMk cId="3630596469" sldId="258"/>
            <ac:picMk id="7" creationId="{7481767B-19EA-4927-B585-A2DE6479AD6B}"/>
          </ac:picMkLst>
        </pc:picChg>
      </pc:sldChg>
      <pc:sldChg chg="addSp delSp modSp new mod modTransition">
        <pc:chgData name="Al jae Jeon" userId="a1457b7d8d895bc6" providerId="LiveId" clId="{4D68C09A-9999-4CAE-ACAC-B058627FE835}" dt="2026-03-11T15:15:57.392" v="869"/>
        <pc:sldMkLst>
          <pc:docMk/>
          <pc:sldMk cId="2602319169" sldId="259"/>
        </pc:sldMkLst>
        <pc:spChg chg="del">
          <ac:chgData name="Al jae Jeon" userId="a1457b7d8d895bc6" providerId="LiveId" clId="{4D68C09A-9999-4CAE-ACAC-B058627FE835}" dt="2026-03-11T14:43:29.553" v="651" actId="478"/>
          <ac:spMkLst>
            <pc:docMk/>
            <pc:sldMk cId="2602319169" sldId="259"/>
            <ac:spMk id="2" creationId="{548803FC-FD4E-4362-B92A-7BC134BB8349}"/>
          </ac:spMkLst>
        </pc:spChg>
        <pc:spChg chg="del">
          <ac:chgData name="Al jae Jeon" userId="a1457b7d8d895bc6" providerId="LiveId" clId="{4D68C09A-9999-4CAE-ACAC-B058627FE835}" dt="2026-03-11T14:43:33.106" v="652" actId="478"/>
          <ac:spMkLst>
            <pc:docMk/>
            <pc:sldMk cId="2602319169" sldId="259"/>
            <ac:spMk id="3" creationId="{22E0D73B-CE23-4F2F-9B0A-E2B531386A65}"/>
          </ac:spMkLst>
        </pc:spChg>
        <pc:spChg chg="add mod">
          <ac:chgData name="Al jae Jeon" userId="a1457b7d8d895bc6" providerId="LiveId" clId="{4D68C09A-9999-4CAE-ACAC-B058627FE835}" dt="2026-03-11T15:15:12.938" v="865" actId="207"/>
          <ac:spMkLst>
            <pc:docMk/>
            <pc:sldMk cId="2602319169" sldId="259"/>
            <ac:spMk id="6" creationId="{77BF9165-085C-4204-A915-C12FC399DD4D}"/>
          </ac:spMkLst>
        </pc:spChg>
        <pc:spChg chg="add mod">
          <ac:chgData name="Al jae Jeon" userId="a1457b7d8d895bc6" providerId="LiveId" clId="{4D68C09A-9999-4CAE-ACAC-B058627FE835}" dt="2026-03-11T15:15:05.382" v="864" actId="207"/>
          <ac:spMkLst>
            <pc:docMk/>
            <pc:sldMk cId="2602319169" sldId="259"/>
            <ac:spMk id="7" creationId="{EB23D293-482A-4D19-BE60-A90CAC943573}"/>
          </ac:spMkLst>
        </pc:spChg>
        <pc:picChg chg="add mod">
          <ac:chgData name="Al jae Jeon" userId="a1457b7d8d895bc6" providerId="LiveId" clId="{4D68C09A-9999-4CAE-ACAC-B058627FE835}" dt="2026-03-11T15:14:34.547" v="860" actId="1076"/>
          <ac:picMkLst>
            <pc:docMk/>
            <pc:sldMk cId="2602319169" sldId="259"/>
            <ac:picMk id="5" creationId="{CA4B9A22-F224-4CDF-B403-DFADAAE1900A}"/>
          </ac:picMkLst>
        </pc:picChg>
      </pc:sldChg>
      <pc:sldChg chg="addSp delSp modSp new mod">
        <pc:chgData name="Al jae Jeon" userId="a1457b7d8d895bc6" providerId="LiveId" clId="{4D68C09A-9999-4CAE-ACAC-B058627FE835}" dt="2026-03-11T15:34:26.154" v="956" actId="27636"/>
        <pc:sldMkLst>
          <pc:docMk/>
          <pc:sldMk cId="1597120192" sldId="260"/>
        </pc:sldMkLst>
        <pc:spChg chg="mod">
          <ac:chgData name="Al jae Jeon" userId="a1457b7d8d895bc6" providerId="LiveId" clId="{4D68C09A-9999-4CAE-ACAC-B058627FE835}" dt="2026-03-11T15:31:15.539" v="938" actId="1076"/>
          <ac:spMkLst>
            <pc:docMk/>
            <pc:sldMk cId="1597120192" sldId="260"/>
            <ac:spMk id="2" creationId="{3DE3ACC7-804D-4388-96EC-4B1076080E75}"/>
          </ac:spMkLst>
        </pc:spChg>
        <pc:spChg chg="del mod">
          <ac:chgData name="Al jae Jeon" userId="a1457b7d8d895bc6" providerId="LiveId" clId="{4D68C09A-9999-4CAE-ACAC-B058627FE835}" dt="2026-03-11T15:25:33.883" v="921" actId="478"/>
          <ac:spMkLst>
            <pc:docMk/>
            <pc:sldMk cId="1597120192" sldId="260"/>
            <ac:spMk id="3" creationId="{9C717452-818B-4682-8F5B-E6B3357BFC0E}"/>
          </ac:spMkLst>
        </pc:spChg>
        <pc:spChg chg="mod">
          <ac:chgData name="Al jae Jeon" userId="a1457b7d8d895bc6" providerId="LiveId" clId="{4D68C09A-9999-4CAE-ACAC-B058627FE835}" dt="2026-03-11T15:34:26.154" v="956" actId="27636"/>
          <ac:spMkLst>
            <pc:docMk/>
            <pc:sldMk cId="1597120192" sldId="260"/>
            <ac:spMk id="4" creationId="{3C0CD6F3-EE74-482B-BA12-A22DF8C9DACC}"/>
          </ac:spMkLst>
        </pc:spChg>
        <pc:picChg chg="add del mod">
          <ac:chgData name="Al jae Jeon" userId="a1457b7d8d895bc6" providerId="LiveId" clId="{4D68C09A-9999-4CAE-ACAC-B058627FE835}" dt="2026-03-11T15:32:22.075" v="949" actId="931"/>
          <ac:picMkLst>
            <pc:docMk/>
            <pc:sldMk cId="1597120192" sldId="260"/>
            <ac:picMk id="6" creationId="{F9BDE701-B068-425C-B07D-FB52566B4149}"/>
          </ac:picMkLst>
        </pc:picChg>
        <pc:picChg chg="add mod">
          <ac:chgData name="Al jae Jeon" userId="a1457b7d8d895bc6" providerId="LiveId" clId="{4D68C09A-9999-4CAE-ACAC-B058627FE835}" dt="2026-03-11T15:34:03.144" v="954" actId="1076"/>
          <ac:picMkLst>
            <pc:docMk/>
            <pc:sldMk cId="1597120192" sldId="260"/>
            <ac:picMk id="8" creationId="{F3C2CA1B-F036-4DCE-A852-FA887688D1C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4ACAA-4C45-4438-9AA0-FB8F92D19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D12192-A48C-43AB-9A43-C448F9491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06ED1-26B4-45C4-966D-151795484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E3D0-5358-4E93-9CEA-FFEF926874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F6FD1-90B8-4C94-AC36-83DD3CCB3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4CB71-D204-4AAC-9309-F42896F0D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20E1-340C-404D-84CE-AAB0436B1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82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13B97-F42B-4C1F-BF33-45EC079B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BDD8C-759A-4C1B-B194-E67BF2D5E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6155E-93D0-4839-8B71-2B84A2EE5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E3D0-5358-4E93-9CEA-FFEF926874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5B2A1-8F14-42C1-BA9A-314815D3A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49135-9787-41A8-93C3-8211B90A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20E1-340C-404D-84CE-AAB0436B1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63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4A850-B635-4FB2-85CC-93C2156D1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A9FFA-0E2B-4950-8246-8BCCDAE4A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9AFD7-D421-472B-BC4A-3B6C7F42B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E3D0-5358-4E93-9CEA-FFEF926874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8F791-6F4E-46AD-8C0A-E92C974C8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E1B22-D3EB-4635-A0EA-8F4B23614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20E1-340C-404D-84CE-AAB0436B1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321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FF5B6-FDDF-4474-892A-37B73885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F3FD6-9781-46B4-9490-E3FD948AD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72410-A311-4F69-BBBD-2632E8F5F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17A3F-E3C0-42EF-BE21-EAC9563AE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E3D0-5358-4E93-9CEA-FFEF926874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6C98A-1A96-43C4-93AC-DA3750A95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A5562-B589-4FB6-9F35-B6207755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20E1-340C-404D-84CE-AAB0436B1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D2E3-D65E-438E-A3F0-A149956E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C36AF-35E4-40F0-A9DC-AFBE64352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06FB3-5BB5-4839-BD2C-8CB91A633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884A4-D110-41A0-ABBA-2EDA370064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918660-64B8-45F1-BA2D-BCA3647F71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561F69-8096-4825-9F98-4039CE09B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E3D0-5358-4E93-9CEA-FFEF926874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BEFE69-25FE-450C-B76B-5EC267E9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1AE4D-C5D4-415A-9CD9-33CF537F2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20E1-340C-404D-84CE-AAB0436B1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568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621BF-EDA7-4893-84A7-A5CAE17DB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FE89AF-D337-4BCF-977C-D724F006B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E3D0-5358-4E93-9CEA-FFEF926874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70B70-A10B-4C3D-A2BC-8B01833F8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731699-8167-404D-9B31-72A052BDE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20E1-340C-404D-84CE-AAB0436B1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30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46CF3-9E4D-4BF8-8A66-62FC83B48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E3D0-5358-4E93-9CEA-FFEF926874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2A8F2-83D8-44C7-AEB7-9300741D6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FA462-688E-4099-BF56-530580B9B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20E1-340C-404D-84CE-AAB0436B1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97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AFF5-0DD2-44E1-87A4-D1694D65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82DED-F6FC-4268-8370-75C34BC27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FC3BAF-3DD0-404F-BF7A-1C87BEC0D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F546B-B4BD-4143-93BB-1519F20C3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E3D0-5358-4E93-9CEA-FFEF926874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B3568-733B-4818-97A1-B24F66E8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6F332-FBAA-4B27-BCF7-3B1BB3C45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20E1-340C-404D-84CE-AAB0436B1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4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88478-C0ED-4E49-B948-A373CB846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6054BE-2E87-4FAB-A744-383186624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FA852-22B3-44F7-B06C-F5CF67ED6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52EC8-14EB-4217-9269-A414D14D5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E3D0-5358-4E93-9CEA-FFEF926874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D8057-8B32-417F-83B1-697947D70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CF611-614A-4FF1-9364-CE0338B5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20E1-340C-404D-84CE-AAB0436B1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28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BFDF4-C01E-4EEF-91AE-EC087923A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20052-E81B-410E-998A-00D8E7109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20CFF-9546-47E4-99BE-F3FD3350B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E3D0-5358-4E93-9CEA-FFEF926874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870AB-4698-4A6B-8F72-5DE17C48D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82D22-0C51-487E-8104-93022179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20E1-340C-404D-84CE-AAB0436B1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6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D31AE7-7BBF-40D8-BC97-4AE58636F0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7E8F7-D611-46B7-BF92-F16A4D147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523C-A459-4063-ABD0-B805D4905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E3D0-5358-4E93-9CEA-FFEF926874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BF4D2-7405-4946-96A8-0D2748FA7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9B11B-E5F9-4299-9D8A-EF5E21B1B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820E1-340C-404D-84CE-AAB0436B1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564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44362E-A176-48F4-B812-05F2905BD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4611A-D6AC-401C-9F92-DDE08B07B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947E9-1507-406F-B7F4-170A0B8CE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EE3D0-5358-4E93-9CEA-FFEF926874F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2D05F-7907-4498-86C7-40A7AA8788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EBD11-9E1C-4C48-ABD8-40B5E7795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820E1-340C-404D-84CE-AAB0436B1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27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7F3738-1F1E-4A54-B3B0-E47EEA45B45D}"/>
              </a:ext>
            </a:extLst>
          </p:cNvPr>
          <p:cNvSpPr/>
          <p:nvPr/>
        </p:nvSpPr>
        <p:spPr>
          <a:xfrm>
            <a:off x="1020416" y="588064"/>
            <a:ext cx="10508974" cy="5711687"/>
          </a:xfrm>
          <a:prstGeom prst="rect">
            <a:avLst/>
          </a:prstGeom>
          <a:gradFill flip="none" rotWithShape="1">
            <a:gsLst>
              <a:gs pos="13000">
                <a:schemeClr val="accent5">
                  <a:lumMod val="75000"/>
                </a:schemeClr>
              </a:gs>
              <a:gs pos="65000">
                <a:schemeClr val="accent5">
                  <a:lumMod val="40000"/>
                  <a:lumOff val="60000"/>
                </a:schemeClr>
              </a:gs>
              <a:gs pos="98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Top Corners One Rounded and One Snipped 4">
            <a:extLst>
              <a:ext uri="{FF2B5EF4-FFF2-40B4-BE49-F238E27FC236}">
                <a16:creationId xmlns:a16="http://schemas.microsoft.com/office/drawing/2014/main" id="{3949B54D-560F-45E0-B764-1BA727B468D7}"/>
              </a:ext>
            </a:extLst>
          </p:cNvPr>
          <p:cNvSpPr/>
          <p:nvPr/>
        </p:nvSpPr>
        <p:spPr>
          <a:xfrm>
            <a:off x="7156172" y="1126436"/>
            <a:ext cx="4373218" cy="5143500"/>
          </a:xfrm>
          <a:prstGeom prst="snipRoundRect">
            <a:avLst>
              <a:gd name="adj1" fmla="val 16667"/>
              <a:gd name="adj2" fmla="val 0"/>
            </a:avLst>
          </a:prstGeom>
          <a:gradFill>
            <a:gsLst>
              <a:gs pos="16000">
                <a:schemeClr val="accent6">
                  <a:lumMod val="40000"/>
                  <a:lumOff val="6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Top Corners One Rounded and One Snipped 5">
            <a:extLst>
              <a:ext uri="{FF2B5EF4-FFF2-40B4-BE49-F238E27FC236}">
                <a16:creationId xmlns:a16="http://schemas.microsoft.com/office/drawing/2014/main" id="{653D6E3A-9D57-40C4-85D4-19D5AA88E1E0}"/>
              </a:ext>
            </a:extLst>
          </p:cNvPr>
          <p:cNvSpPr/>
          <p:nvPr/>
        </p:nvSpPr>
        <p:spPr>
          <a:xfrm>
            <a:off x="1437862" y="5678558"/>
            <a:ext cx="1583634" cy="616225"/>
          </a:xfrm>
          <a:prstGeom prst="snipRound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Top Corners One Rounded and One Snipped 6">
            <a:extLst>
              <a:ext uri="{FF2B5EF4-FFF2-40B4-BE49-F238E27FC236}">
                <a16:creationId xmlns:a16="http://schemas.microsoft.com/office/drawing/2014/main" id="{19C783CE-C52A-4C70-9237-4502D00F3556}"/>
              </a:ext>
            </a:extLst>
          </p:cNvPr>
          <p:cNvSpPr/>
          <p:nvPr/>
        </p:nvSpPr>
        <p:spPr>
          <a:xfrm>
            <a:off x="3021495" y="5668618"/>
            <a:ext cx="5015947" cy="616225"/>
          </a:xfrm>
          <a:prstGeom prst="snipRoundRect">
            <a:avLst>
              <a:gd name="adj1" fmla="val 0"/>
              <a:gd name="adj2" fmla="val 0"/>
            </a:avLst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Top Corners One Rounded and One Snipped 7">
            <a:extLst>
              <a:ext uri="{FF2B5EF4-FFF2-40B4-BE49-F238E27FC236}">
                <a16:creationId xmlns:a16="http://schemas.microsoft.com/office/drawing/2014/main" id="{6E086B3D-B7D5-4FF6-8957-4EB633242F5C}"/>
              </a:ext>
            </a:extLst>
          </p:cNvPr>
          <p:cNvSpPr/>
          <p:nvPr/>
        </p:nvSpPr>
        <p:spPr>
          <a:xfrm>
            <a:off x="8037442" y="5683527"/>
            <a:ext cx="3491948" cy="616225"/>
          </a:xfrm>
          <a:prstGeom prst="snipRoundRect">
            <a:avLst>
              <a:gd name="adj1" fmla="val 0"/>
              <a:gd name="adj2" fmla="val 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76D436-1F44-449D-825C-1DF2250B85C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71717D"/>
              </a:clrFrom>
              <a:clrTo>
                <a:srgbClr val="71717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6231" y="558248"/>
            <a:ext cx="6463944" cy="574150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10C626E-DF5F-48EA-9A10-A210C1BDAB10}"/>
              </a:ext>
            </a:extLst>
          </p:cNvPr>
          <p:cNvSpPr/>
          <p:nvPr/>
        </p:nvSpPr>
        <p:spPr>
          <a:xfrm>
            <a:off x="1258956" y="1628293"/>
            <a:ext cx="501594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600" b="1" dirty="0">
                <a:ln/>
                <a:solidFill>
                  <a:schemeClr val="accent3">
                    <a:lumMod val="20000"/>
                    <a:lumOff val="80000"/>
                  </a:schemeClr>
                </a:solidFill>
                <a:latin typeface="Century725 BdCn BT" panose="02040806070705020304" pitchFamily="18" charset="0"/>
              </a:rPr>
              <a:t>Smart </a:t>
            </a:r>
            <a:r>
              <a:rPr lang="en-US" sz="3600" b="1" dirty="0" err="1">
                <a:ln/>
                <a:solidFill>
                  <a:schemeClr val="accent3">
                    <a:lumMod val="20000"/>
                    <a:lumOff val="80000"/>
                  </a:schemeClr>
                </a:solidFill>
                <a:latin typeface="Century725 BdCn BT" panose="02040806070705020304" pitchFamily="18" charset="0"/>
              </a:rPr>
              <a:t>Vanding</a:t>
            </a:r>
            <a:r>
              <a:rPr lang="en-US" sz="3600" b="1" dirty="0">
                <a:ln/>
                <a:solidFill>
                  <a:schemeClr val="accent3">
                    <a:lumMod val="20000"/>
                    <a:lumOff val="80000"/>
                  </a:schemeClr>
                </a:solidFill>
                <a:latin typeface="Century725 BdCn BT" panose="02040806070705020304" pitchFamily="18" charset="0"/>
              </a:rPr>
              <a:t> Machine</a:t>
            </a:r>
            <a:endParaRPr lang="en-US" sz="3600" b="1" cap="none" spc="0" dirty="0">
              <a:ln/>
              <a:solidFill>
                <a:schemeClr val="accent3">
                  <a:lumMod val="20000"/>
                  <a:lumOff val="80000"/>
                </a:schemeClr>
              </a:solidFill>
              <a:effectLst/>
              <a:latin typeface="Century725 BdCn BT" panose="020408060707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5349BC-1AC0-42BE-AD59-4968F560C4F6}"/>
              </a:ext>
            </a:extLst>
          </p:cNvPr>
          <p:cNvSpPr txBox="1"/>
          <p:nvPr/>
        </p:nvSpPr>
        <p:spPr>
          <a:xfrm rot="10800000" flipH="1" flipV="1">
            <a:off x="2661286" y="2581656"/>
            <a:ext cx="29940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entury725 BdCn BT" panose="02040806070705020304" pitchFamily="18" charset="0"/>
              </a:rPr>
              <a:t>          With </a:t>
            </a:r>
          </a:p>
          <a:p>
            <a:endParaRPr lang="en-US" sz="2800" dirty="0">
              <a:solidFill>
                <a:schemeClr val="accent3">
                  <a:lumMod val="20000"/>
                  <a:lumOff val="80000"/>
                </a:schemeClr>
              </a:solidFill>
              <a:latin typeface="Century725 BdCn BT" panose="02040806070705020304" pitchFamily="18" charset="0"/>
            </a:endParaRPr>
          </a:p>
          <a:p>
            <a:r>
              <a:rPr lang="en-US" sz="2800" dirty="0">
                <a:latin typeface="Century725 BdCn BT" panose="02040806070705020304" pitchFamily="18" charset="0"/>
              </a:rPr>
              <a:t>Arduino Project</a:t>
            </a:r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C557CDA8-6CD5-45A9-A3DB-B8088E8D8DBB}"/>
              </a:ext>
            </a:extLst>
          </p:cNvPr>
          <p:cNvSpPr/>
          <p:nvPr/>
        </p:nvSpPr>
        <p:spPr>
          <a:xfrm>
            <a:off x="1974574" y="4598504"/>
            <a:ext cx="1749287" cy="616225"/>
          </a:xfrm>
          <a:prstGeom prst="flowChartTerminator">
            <a:avLst/>
          </a:prstGeom>
          <a:gradFill flip="none" rotWithShape="1">
            <a:gsLst>
              <a:gs pos="23976">
                <a:srgbClr val="BDD6C4"/>
              </a:gs>
              <a:gs pos="21000">
                <a:schemeClr val="accent6">
                  <a:lumMod val="40000"/>
                  <a:lumOff val="60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D79587-CBBB-4404-B38B-8CA6A20CC1B4}"/>
              </a:ext>
            </a:extLst>
          </p:cNvPr>
          <p:cNvSpPr txBox="1"/>
          <p:nvPr/>
        </p:nvSpPr>
        <p:spPr>
          <a:xfrm>
            <a:off x="2345635" y="4706561"/>
            <a:ext cx="2756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Century725 BdCn BT" panose="02040806070705020304" pitchFamily="18" charset="0"/>
              </a:rPr>
              <a:t>Play on</a:t>
            </a:r>
          </a:p>
        </p:txBody>
      </p:sp>
    </p:spTree>
    <p:extLst>
      <p:ext uri="{BB962C8B-B14F-4D97-AF65-F5344CB8AC3E}">
        <p14:creationId xmlns:p14="http://schemas.microsoft.com/office/powerpoint/2010/main" val="40212310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75000"/>
              </a:schemeClr>
            </a:gs>
            <a:gs pos="27000">
              <a:schemeClr val="accent5">
                <a:lumMod val="40000"/>
                <a:lumOff val="60000"/>
              </a:schemeClr>
            </a:gs>
            <a:gs pos="98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3EF7D-66E4-4C5B-9F6A-32B5F7A6F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025" y="-56491"/>
            <a:ext cx="10515600" cy="1393972"/>
          </a:xfrm>
        </p:spPr>
        <p:txBody>
          <a:bodyPr/>
          <a:lstStyle/>
          <a:p>
            <a:r>
              <a:rPr lang="en-US" dirty="0"/>
              <a:t>                             </a:t>
            </a:r>
            <a:r>
              <a:rPr lang="en-US" b="1" dirty="0"/>
              <a:t>Our team </a:t>
            </a:r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785DCDE5-3095-41E8-BF68-FBF088B92348}"/>
              </a:ext>
            </a:extLst>
          </p:cNvPr>
          <p:cNvSpPr/>
          <p:nvPr/>
        </p:nvSpPr>
        <p:spPr>
          <a:xfrm>
            <a:off x="936009" y="1978925"/>
            <a:ext cx="3548418" cy="1176871"/>
          </a:xfrm>
          <a:prstGeom prst="flowChartTerminator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C14B76AF-228C-433C-84EF-0C8577963454}"/>
              </a:ext>
            </a:extLst>
          </p:cNvPr>
          <p:cNvSpPr/>
          <p:nvPr/>
        </p:nvSpPr>
        <p:spPr>
          <a:xfrm>
            <a:off x="936009" y="4964619"/>
            <a:ext cx="3548418" cy="1176871"/>
          </a:xfrm>
          <a:prstGeom prst="flowChartTerminator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304F8595-783B-4987-8666-F04AC96D45CA}"/>
              </a:ext>
            </a:extLst>
          </p:cNvPr>
          <p:cNvSpPr/>
          <p:nvPr/>
        </p:nvSpPr>
        <p:spPr>
          <a:xfrm>
            <a:off x="936009" y="3471772"/>
            <a:ext cx="3548418" cy="1176871"/>
          </a:xfrm>
          <a:prstGeom prst="flowChartTerminator">
            <a:avLst/>
          </a:prstGeom>
          <a:effectLst>
            <a:outerShdw blurRad="50800" dist="38100" dir="5400000" algn="t" rotWithShape="0">
              <a:schemeClr val="tx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9E40A685-80DD-4895-AB65-48D6E8664A08}"/>
              </a:ext>
            </a:extLst>
          </p:cNvPr>
          <p:cNvSpPr/>
          <p:nvPr/>
        </p:nvSpPr>
        <p:spPr>
          <a:xfrm>
            <a:off x="7322026" y="4975994"/>
            <a:ext cx="3548418" cy="1176871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7D277F66-8060-4A28-B2C1-9A1D027FA435}"/>
              </a:ext>
            </a:extLst>
          </p:cNvPr>
          <p:cNvSpPr/>
          <p:nvPr/>
        </p:nvSpPr>
        <p:spPr>
          <a:xfrm>
            <a:off x="7431207" y="3500901"/>
            <a:ext cx="3548418" cy="1176871"/>
          </a:xfrm>
          <a:prstGeom prst="flowChartTerminator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Ma Aye Nyein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Phyo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3GIT-19</a:t>
            </a: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A340ABA8-A013-4161-8F9E-4C01F73D8AFA}"/>
              </a:ext>
            </a:extLst>
          </p:cNvPr>
          <p:cNvSpPr/>
          <p:nvPr/>
        </p:nvSpPr>
        <p:spPr>
          <a:xfrm>
            <a:off x="7224454" y="1938866"/>
            <a:ext cx="3548418" cy="1176871"/>
          </a:xfrm>
          <a:prstGeom prst="flowChartTerminator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0B48BF-A0EE-4054-94D2-0DC16447467F}"/>
              </a:ext>
            </a:extLst>
          </p:cNvPr>
          <p:cNvSpPr txBox="1"/>
          <p:nvPr/>
        </p:nvSpPr>
        <p:spPr>
          <a:xfrm>
            <a:off x="1460310" y="2429301"/>
            <a:ext cx="2511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E5F06C-093D-4F54-802E-68B1F62C117F}"/>
              </a:ext>
            </a:extLst>
          </p:cNvPr>
          <p:cNvSpPr txBox="1"/>
          <p:nvPr/>
        </p:nvSpPr>
        <p:spPr>
          <a:xfrm>
            <a:off x="1282890" y="2292824"/>
            <a:ext cx="3016155" cy="830997"/>
          </a:xfrm>
          <a:prstGeom prst="rect">
            <a:avLst/>
          </a:prstGeom>
          <a:noFill/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Ma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Shoon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Lae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Wai</a:t>
            </a: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         3GIT-6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19E2A1-088A-470E-A476-8BC8A1F7FAD9}"/>
              </a:ext>
            </a:extLst>
          </p:cNvPr>
          <p:cNvSpPr txBox="1"/>
          <p:nvPr/>
        </p:nvSpPr>
        <p:spPr>
          <a:xfrm>
            <a:off x="7936174" y="2173533"/>
            <a:ext cx="253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Ma Shar </a:t>
            </a:r>
            <a:r>
              <a:rPr lang="en-US" sz="2400" dirty="0" err="1">
                <a:solidFill>
                  <a:schemeClr val="accent2"/>
                </a:solidFill>
              </a:rPr>
              <a:t>Thet</a:t>
            </a:r>
            <a:r>
              <a:rPr lang="en-US" sz="2400" dirty="0">
                <a:solidFill>
                  <a:schemeClr val="accent2"/>
                </a:solidFill>
              </a:rPr>
              <a:t> Han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          3GIT-8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BCB1B5-92E1-48EA-BE91-2C179C99E08C}"/>
              </a:ext>
            </a:extLst>
          </p:cNvPr>
          <p:cNvSpPr txBox="1"/>
          <p:nvPr/>
        </p:nvSpPr>
        <p:spPr>
          <a:xfrm>
            <a:off x="1535372" y="3644708"/>
            <a:ext cx="25111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Ma </a:t>
            </a:r>
            <a:r>
              <a:rPr lang="en-US" sz="2400" dirty="0" err="1">
                <a:solidFill>
                  <a:schemeClr val="accent2"/>
                </a:solidFill>
              </a:rPr>
              <a:t>Thet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 err="1">
                <a:solidFill>
                  <a:schemeClr val="accent2"/>
                </a:solidFill>
              </a:rPr>
              <a:t>Thet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 err="1">
                <a:solidFill>
                  <a:schemeClr val="accent2"/>
                </a:solidFill>
              </a:rPr>
              <a:t>Khin</a:t>
            </a:r>
            <a:endParaRPr lang="en-US" sz="2400" dirty="0">
              <a:solidFill>
                <a:schemeClr val="accent2"/>
              </a:solidFill>
            </a:endParaRPr>
          </a:p>
          <a:p>
            <a:r>
              <a:rPr lang="en-US" sz="2400" dirty="0">
                <a:solidFill>
                  <a:schemeClr val="accent2"/>
                </a:solidFill>
              </a:rPr>
              <a:t>        3GIT-17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1BD311-AA6A-49BC-BBC5-22BF1FD8E2B4}"/>
              </a:ext>
            </a:extLst>
          </p:cNvPr>
          <p:cNvSpPr txBox="1"/>
          <p:nvPr/>
        </p:nvSpPr>
        <p:spPr>
          <a:xfrm>
            <a:off x="1240240" y="5262812"/>
            <a:ext cx="29399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Mg Kaung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Khant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Thu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      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3GIT-22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EEFAB2-A6D4-4DEA-AC45-7CC8ED28818D}"/>
              </a:ext>
            </a:extLst>
          </p:cNvPr>
          <p:cNvSpPr txBox="1"/>
          <p:nvPr/>
        </p:nvSpPr>
        <p:spPr>
          <a:xfrm>
            <a:off x="7629098" y="5148930"/>
            <a:ext cx="2688609" cy="83099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Ma </a:t>
            </a:r>
            <a:r>
              <a:rPr lang="en-US" sz="2400" dirty="0" err="1">
                <a:solidFill>
                  <a:schemeClr val="accent2"/>
                </a:solidFill>
              </a:rPr>
              <a:t>Thet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 err="1">
                <a:solidFill>
                  <a:schemeClr val="accent2"/>
                </a:solidFill>
              </a:rPr>
              <a:t>Mue</a:t>
            </a:r>
            <a:r>
              <a:rPr lang="en-US" sz="2400" dirty="0">
                <a:solidFill>
                  <a:schemeClr val="accent2"/>
                </a:solidFill>
              </a:rPr>
              <a:t> Naing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            3GIT-35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F861F90-BEE2-440E-B39A-0F2D03FB8148}"/>
              </a:ext>
            </a:extLst>
          </p:cNvPr>
          <p:cNvCxnSpPr/>
          <p:nvPr/>
        </p:nvCxnSpPr>
        <p:spPr>
          <a:xfrm>
            <a:off x="4180195" y="1337481"/>
            <a:ext cx="29166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806034"/>
      </p:ext>
    </p:extLst>
  </p:cSld>
  <p:clrMapOvr>
    <a:masterClrMapping/>
  </p:clrMapOvr>
  <p:transition spd="slow">
    <p:strips dir="l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F48423-9FEB-4E66-B438-ABD52DCC117B}"/>
              </a:ext>
            </a:extLst>
          </p:cNvPr>
          <p:cNvSpPr txBox="1"/>
          <p:nvPr/>
        </p:nvSpPr>
        <p:spPr>
          <a:xfrm>
            <a:off x="4944953" y="457243"/>
            <a:ext cx="5527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2"/>
                </a:solidFill>
              </a:rPr>
              <a:t>Introduction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81767B-19EA-4927-B585-A2DE6479AD6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AF7EB"/>
              </a:clrFrom>
              <a:clrTo>
                <a:srgbClr val="FAF7EB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652" y="1356839"/>
            <a:ext cx="9461644" cy="4867455"/>
          </a:xfrm>
          <a:prstGeom prst="rect">
            <a:avLst/>
          </a:prstGeom>
          <a:effectLst>
            <a:outerShdw blurRad="50800" dist="50800" dir="5400000" algn="ctr" rotWithShape="0">
              <a:schemeClr val="bg1"/>
            </a:outerShdw>
          </a:effectLst>
        </p:spPr>
      </p:pic>
    </p:spTree>
    <p:extLst>
      <p:ext uri="{BB962C8B-B14F-4D97-AF65-F5344CB8AC3E}">
        <p14:creationId xmlns:p14="http://schemas.microsoft.com/office/powerpoint/2010/main" val="3630596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4B9A22-F224-4CDF-B403-DFADAAE19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96" y="1732547"/>
            <a:ext cx="7411452" cy="4563979"/>
          </a:xfrm>
          <a:prstGeom prst="round2DiagRect">
            <a:avLst>
              <a:gd name="adj1" fmla="val 16667"/>
              <a:gd name="adj2" fmla="val 8084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BF9165-085C-4204-A915-C12FC399DD4D}"/>
              </a:ext>
            </a:extLst>
          </p:cNvPr>
          <p:cNvSpPr txBox="1"/>
          <p:nvPr/>
        </p:nvSpPr>
        <p:spPr>
          <a:xfrm>
            <a:off x="1042737" y="561474"/>
            <a:ext cx="95771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2060"/>
                </a:solidFill>
                <a:latin typeface="Century725 BdCn BT" panose="02040806070705020304" pitchFamily="18" charset="0"/>
              </a:rPr>
              <a:t>What is Arduino?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3D293-482A-4D19-BE60-A90CAC943573}"/>
              </a:ext>
            </a:extLst>
          </p:cNvPr>
          <p:cNvSpPr txBox="1"/>
          <p:nvPr/>
        </p:nvSpPr>
        <p:spPr>
          <a:xfrm>
            <a:off x="8117305" y="2117557"/>
            <a:ext cx="407469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CenturySchTEE" pitchFamily="2" charset="0"/>
              </a:rPr>
              <a:t>Arduino  is an open-source electronics </a:t>
            </a:r>
            <a:r>
              <a:rPr lang="en-US" sz="2800" dirty="0" err="1">
                <a:solidFill>
                  <a:srgbClr val="002060"/>
                </a:solidFill>
                <a:latin typeface="CenturySchTEE" pitchFamily="2" charset="0"/>
              </a:rPr>
              <a:t>platfrom</a:t>
            </a:r>
            <a:r>
              <a:rPr lang="en-US" sz="2800" dirty="0">
                <a:solidFill>
                  <a:srgbClr val="002060"/>
                </a:solidFill>
                <a:latin typeface="CenturySchTEE" pitchFamily="2" charset="0"/>
              </a:rPr>
              <a:t> based on easy to use hardware and </a:t>
            </a:r>
            <a:r>
              <a:rPr lang="en-US" sz="2800" dirty="0" err="1">
                <a:solidFill>
                  <a:srgbClr val="002060"/>
                </a:solidFill>
                <a:latin typeface="CenturySchTEE" pitchFamily="2" charset="0"/>
              </a:rPr>
              <a:t>software.It</a:t>
            </a:r>
            <a:r>
              <a:rPr lang="en-US" sz="2800" dirty="0">
                <a:solidFill>
                  <a:srgbClr val="002060"/>
                </a:solidFill>
                <a:latin typeface="CenturySchTEE" pitchFamily="2" charset="0"/>
              </a:rPr>
              <a:t> provides the flexibility to build highly customizable systems.</a:t>
            </a:r>
          </a:p>
        </p:txBody>
      </p:sp>
    </p:spTree>
    <p:extLst>
      <p:ext uri="{BB962C8B-B14F-4D97-AF65-F5344CB8AC3E}">
        <p14:creationId xmlns:p14="http://schemas.microsoft.com/office/powerpoint/2010/main" val="26023191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ACC7-804D-4388-96EC-4B1076080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737" y="12031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  <a:latin typeface="Century725 BdCn BT" panose="02040806070705020304" pitchFamily="18" charset="0"/>
              </a:rPr>
              <a:t>Project Title Selection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CD6F3-EE74-482B-BA12-A22DF8C9D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734" y="1835067"/>
            <a:ext cx="6131571" cy="490261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C2CA1B-F036-4DCE-A852-FA887688D1C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ABB5D7"/>
              </a:clrFrom>
              <a:clrTo>
                <a:srgbClr val="ABB5D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610" y="585537"/>
            <a:ext cx="6152147" cy="615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120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80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Century725 BdCn BT</vt:lpstr>
      <vt:lpstr>CenturySchTEE</vt:lpstr>
      <vt:lpstr>Office Theme</vt:lpstr>
      <vt:lpstr>PowerPoint Presentation</vt:lpstr>
      <vt:lpstr>                             Our team </vt:lpstr>
      <vt:lpstr>PowerPoint Presentation</vt:lpstr>
      <vt:lpstr>PowerPoint Presentation</vt:lpstr>
      <vt:lpstr>Project Title Selection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 jae Jeon</dc:creator>
  <cp:lastModifiedBy>Al jae Jeon</cp:lastModifiedBy>
  <cp:revision>11</cp:revision>
  <dcterms:created xsi:type="dcterms:W3CDTF">2026-03-11T12:50:59Z</dcterms:created>
  <dcterms:modified xsi:type="dcterms:W3CDTF">2026-03-11T17:27:13Z</dcterms:modified>
</cp:coreProperties>
</file>